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2606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26602"/>
            <a:ext cx="9144000" cy="907509"/>
          </a:xfrm>
        </p:spPr>
        <p:txBody>
          <a:bodyPr anchor="b"/>
          <a:lstStyle>
            <a:lvl1pPr algn="ctr">
              <a:defRPr sz="2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69108"/>
            <a:ext cx="9144000" cy="629343"/>
          </a:xfrm>
        </p:spPr>
        <p:txBody>
          <a:bodyPr/>
          <a:lstStyle>
            <a:lvl1pPr marL="0" indent="0" algn="ctr">
              <a:buNone/>
              <a:defRPr sz="912"/>
            </a:lvl1pPr>
            <a:lvl2pPr marL="173782" indent="0" algn="ctr">
              <a:buNone/>
              <a:defRPr sz="760"/>
            </a:lvl2pPr>
            <a:lvl3pPr marL="347563" indent="0" algn="ctr">
              <a:buNone/>
              <a:defRPr sz="684"/>
            </a:lvl3pPr>
            <a:lvl4pPr marL="521345" indent="0" algn="ctr">
              <a:buNone/>
              <a:defRPr sz="608"/>
            </a:lvl4pPr>
            <a:lvl5pPr marL="695127" indent="0" algn="ctr">
              <a:buNone/>
              <a:defRPr sz="608"/>
            </a:lvl5pPr>
            <a:lvl6pPr marL="868909" indent="0" algn="ctr">
              <a:buNone/>
              <a:defRPr sz="608"/>
            </a:lvl6pPr>
            <a:lvl7pPr marL="1042690" indent="0" algn="ctr">
              <a:buNone/>
              <a:defRPr sz="608"/>
            </a:lvl7pPr>
            <a:lvl8pPr marL="1216472" indent="0" algn="ctr">
              <a:buNone/>
              <a:defRPr sz="608"/>
            </a:lvl8pPr>
            <a:lvl9pPr marL="1390254" indent="0" algn="ctr">
              <a:buNone/>
              <a:defRPr sz="6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3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4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49859"/>
            <a:ext cx="10515600" cy="1084304"/>
          </a:xfrm>
        </p:spPr>
        <p:txBody>
          <a:bodyPr anchor="b"/>
          <a:lstStyle>
            <a:lvl1pPr>
              <a:defRPr sz="2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744421"/>
            <a:ext cx="10515600" cy="570210"/>
          </a:xfrm>
        </p:spPr>
        <p:txBody>
          <a:bodyPr/>
          <a:lstStyle>
            <a:lvl1pPr marL="0" indent="0">
              <a:buNone/>
              <a:defRPr sz="912">
                <a:solidFill>
                  <a:schemeClr val="tx1">
                    <a:tint val="82000"/>
                  </a:schemeClr>
                </a:solidFill>
              </a:defRPr>
            </a:lvl1pPr>
            <a:lvl2pPr marL="173782" indent="0">
              <a:buNone/>
              <a:defRPr sz="760">
                <a:solidFill>
                  <a:schemeClr val="tx1">
                    <a:tint val="82000"/>
                  </a:schemeClr>
                </a:solidFill>
              </a:defRPr>
            </a:lvl2pPr>
            <a:lvl3pPr marL="347563" indent="0">
              <a:buNone/>
              <a:defRPr sz="684">
                <a:solidFill>
                  <a:schemeClr val="tx1">
                    <a:tint val="82000"/>
                  </a:schemeClr>
                </a:solidFill>
              </a:defRPr>
            </a:lvl3pPr>
            <a:lvl4pPr marL="521345" indent="0">
              <a:buNone/>
              <a:defRPr sz="608">
                <a:solidFill>
                  <a:schemeClr val="tx1">
                    <a:tint val="82000"/>
                  </a:schemeClr>
                </a:solidFill>
              </a:defRPr>
            </a:lvl4pPr>
            <a:lvl5pPr marL="695127" indent="0">
              <a:buNone/>
              <a:defRPr sz="608">
                <a:solidFill>
                  <a:schemeClr val="tx1">
                    <a:tint val="82000"/>
                  </a:schemeClr>
                </a:solidFill>
              </a:defRPr>
            </a:lvl5pPr>
            <a:lvl6pPr marL="868909" indent="0">
              <a:buNone/>
              <a:defRPr sz="608">
                <a:solidFill>
                  <a:schemeClr val="tx1">
                    <a:tint val="82000"/>
                  </a:schemeClr>
                </a:solidFill>
              </a:defRPr>
            </a:lvl6pPr>
            <a:lvl7pPr marL="1042690" indent="0">
              <a:buNone/>
              <a:defRPr sz="608">
                <a:solidFill>
                  <a:schemeClr val="tx1">
                    <a:tint val="82000"/>
                  </a:schemeClr>
                </a:solidFill>
              </a:defRPr>
            </a:lvl7pPr>
            <a:lvl8pPr marL="1216472" indent="0">
              <a:buNone/>
              <a:defRPr sz="608">
                <a:solidFill>
                  <a:schemeClr val="tx1">
                    <a:tint val="82000"/>
                  </a:schemeClr>
                </a:solidFill>
              </a:defRPr>
            </a:lvl8pPr>
            <a:lvl9pPr marL="1390254" indent="0">
              <a:buNone/>
              <a:defRPr sz="6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1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93907"/>
            <a:ext cx="5181600" cy="1653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93907"/>
            <a:ext cx="5181600" cy="1653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8781"/>
            <a:ext cx="10515600" cy="503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638998"/>
            <a:ext cx="5157787" cy="313163"/>
          </a:xfrm>
        </p:spPr>
        <p:txBody>
          <a:bodyPr anchor="b"/>
          <a:lstStyle>
            <a:lvl1pPr marL="0" indent="0">
              <a:buNone/>
              <a:defRPr sz="912" b="1"/>
            </a:lvl1pPr>
            <a:lvl2pPr marL="173782" indent="0">
              <a:buNone/>
              <a:defRPr sz="760" b="1"/>
            </a:lvl2pPr>
            <a:lvl3pPr marL="347563" indent="0">
              <a:buNone/>
              <a:defRPr sz="684" b="1"/>
            </a:lvl3pPr>
            <a:lvl4pPr marL="521345" indent="0">
              <a:buNone/>
              <a:defRPr sz="608" b="1"/>
            </a:lvl4pPr>
            <a:lvl5pPr marL="695127" indent="0">
              <a:buNone/>
              <a:defRPr sz="608" b="1"/>
            </a:lvl5pPr>
            <a:lvl6pPr marL="868909" indent="0">
              <a:buNone/>
              <a:defRPr sz="608" b="1"/>
            </a:lvl6pPr>
            <a:lvl7pPr marL="1042690" indent="0">
              <a:buNone/>
              <a:defRPr sz="608" b="1"/>
            </a:lvl7pPr>
            <a:lvl8pPr marL="1216472" indent="0">
              <a:buNone/>
              <a:defRPr sz="608" b="1"/>
            </a:lvl8pPr>
            <a:lvl9pPr marL="1390254" indent="0">
              <a:buNone/>
              <a:defRPr sz="6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952160"/>
            <a:ext cx="5157787" cy="1400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38998"/>
            <a:ext cx="5183188" cy="313163"/>
          </a:xfrm>
        </p:spPr>
        <p:txBody>
          <a:bodyPr anchor="b"/>
          <a:lstStyle>
            <a:lvl1pPr marL="0" indent="0">
              <a:buNone/>
              <a:defRPr sz="912" b="1"/>
            </a:lvl1pPr>
            <a:lvl2pPr marL="173782" indent="0">
              <a:buNone/>
              <a:defRPr sz="760" b="1"/>
            </a:lvl2pPr>
            <a:lvl3pPr marL="347563" indent="0">
              <a:buNone/>
              <a:defRPr sz="684" b="1"/>
            </a:lvl3pPr>
            <a:lvl4pPr marL="521345" indent="0">
              <a:buNone/>
              <a:defRPr sz="608" b="1"/>
            </a:lvl4pPr>
            <a:lvl5pPr marL="695127" indent="0">
              <a:buNone/>
              <a:defRPr sz="608" b="1"/>
            </a:lvl5pPr>
            <a:lvl6pPr marL="868909" indent="0">
              <a:buNone/>
              <a:defRPr sz="608" b="1"/>
            </a:lvl6pPr>
            <a:lvl7pPr marL="1042690" indent="0">
              <a:buNone/>
              <a:defRPr sz="608" b="1"/>
            </a:lvl7pPr>
            <a:lvl8pPr marL="1216472" indent="0">
              <a:buNone/>
              <a:defRPr sz="608" b="1"/>
            </a:lvl8pPr>
            <a:lvl9pPr marL="1390254" indent="0">
              <a:buNone/>
              <a:defRPr sz="6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52160"/>
            <a:ext cx="5183188" cy="1400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8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3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7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73778"/>
            <a:ext cx="3932237" cy="608224"/>
          </a:xfrm>
        </p:spPr>
        <p:txBody>
          <a:bodyPr anchor="b"/>
          <a:lstStyle>
            <a:lvl1pPr>
              <a:defRPr sz="12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75313"/>
            <a:ext cx="6172200" cy="1852429"/>
          </a:xfrm>
        </p:spPr>
        <p:txBody>
          <a:bodyPr/>
          <a:lstStyle>
            <a:lvl1pPr>
              <a:defRPr sz="1216"/>
            </a:lvl1pPr>
            <a:lvl2pPr>
              <a:defRPr sz="1064"/>
            </a:lvl2pPr>
            <a:lvl3pPr>
              <a:defRPr sz="912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82003"/>
            <a:ext cx="3932237" cy="1448756"/>
          </a:xfrm>
        </p:spPr>
        <p:txBody>
          <a:bodyPr/>
          <a:lstStyle>
            <a:lvl1pPr marL="0" indent="0">
              <a:buNone/>
              <a:defRPr sz="608"/>
            </a:lvl1pPr>
            <a:lvl2pPr marL="173782" indent="0">
              <a:buNone/>
              <a:defRPr sz="532"/>
            </a:lvl2pPr>
            <a:lvl3pPr marL="347563" indent="0">
              <a:buNone/>
              <a:defRPr sz="456"/>
            </a:lvl3pPr>
            <a:lvl4pPr marL="521345" indent="0">
              <a:buNone/>
              <a:defRPr sz="380"/>
            </a:lvl4pPr>
            <a:lvl5pPr marL="695127" indent="0">
              <a:buNone/>
              <a:defRPr sz="380"/>
            </a:lvl5pPr>
            <a:lvl6pPr marL="868909" indent="0">
              <a:buNone/>
              <a:defRPr sz="380"/>
            </a:lvl6pPr>
            <a:lvl7pPr marL="1042690" indent="0">
              <a:buNone/>
              <a:defRPr sz="380"/>
            </a:lvl7pPr>
            <a:lvl8pPr marL="1216472" indent="0">
              <a:buNone/>
              <a:defRPr sz="380"/>
            </a:lvl8pPr>
            <a:lvl9pPr marL="1390254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9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73778"/>
            <a:ext cx="3932237" cy="608224"/>
          </a:xfrm>
        </p:spPr>
        <p:txBody>
          <a:bodyPr anchor="b"/>
          <a:lstStyle>
            <a:lvl1pPr>
              <a:defRPr sz="12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75313"/>
            <a:ext cx="6172200" cy="1852429"/>
          </a:xfrm>
        </p:spPr>
        <p:txBody>
          <a:bodyPr anchor="t"/>
          <a:lstStyle>
            <a:lvl1pPr marL="0" indent="0">
              <a:buNone/>
              <a:defRPr sz="1216"/>
            </a:lvl1pPr>
            <a:lvl2pPr marL="173782" indent="0">
              <a:buNone/>
              <a:defRPr sz="1064"/>
            </a:lvl2pPr>
            <a:lvl3pPr marL="347563" indent="0">
              <a:buNone/>
              <a:defRPr sz="912"/>
            </a:lvl3pPr>
            <a:lvl4pPr marL="521345" indent="0">
              <a:buNone/>
              <a:defRPr sz="760"/>
            </a:lvl4pPr>
            <a:lvl5pPr marL="695127" indent="0">
              <a:buNone/>
              <a:defRPr sz="760"/>
            </a:lvl5pPr>
            <a:lvl6pPr marL="868909" indent="0">
              <a:buNone/>
              <a:defRPr sz="760"/>
            </a:lvl6pPr>
            <a:lvl7pPr marL="1042690" indent="0">
              <a:buNone/>
              <a:defRPr sz="760"/>
            </a:lvl7pPr>
            <a:lvl8pPr marL="1216472" indent="0">
              <a:buNone/>
              <a:defRPr sz="760"/>
            </a:lvl8pPr>
            <a:lvl9pPr marL="1390254" indent="0">
              <a:buNone/>
              <a:defRPr sz="7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82003"/>
            <a:ext cx="3932237" cy="1448756"/>
          </a:xfrm>
        </p:spPr>
        <p:txBody>
          <a:bodyPr/>
          <a:lstStyle>
            <a:lvl1pPr marL="0" indent="0">
              <a:buNone/>
              <a:defRPr sz="608"/>
            </a:lvl1pPr>
            <a:lvl2pPr marL="173782" indent="0">
              <a:buNone/>
              <a:defRPr sz="532"/>
            </a:lvl2pPr>
            <a:lvl3pPr marL="347563" indent="0">
              <a:buNone/>
              <a:defRPr sz="456"/>
            </a:lvl3pPr>
            <a:lvl4pPr marL="521345" indent="0">
              <a:buNone/>
              <a:defRPr sz="380"/>
            </a:lvl4pPr>
            <a:lvl5pPr marL="695127" indent="0">
              <a:buNone/>
              <a:defRPr sz="380"/>
            </a:lvl5pPr>
            <a:lvl6pPr marL="868909" indent="0">
              <a:buNone/>
              <a:defRPr sz="380"/>
            </a:lvl6pPr>
            <a:lvl7pPr marL="1042690" indent="0">
              <a:buNone/>
              <a:defRPr sz="380"/>
            </a:lvl7pPr>
            <a:lvl8pPr marL="1216472" indent="0">
              <a:buNone/>
              <a:defRPr sz="380"/>
            </a:lvl8pPr>
            <a:lvl9pPr marL="1390254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5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50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8781"/>
            <a:ext cx="2628900" cy="2209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8781"/>
            <a:ext cx="7734300" cy="2209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6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8781"/>
            <a:ext cx="10515600" cy="503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93907"/>
            <a:ext cx="10515600" cy="1653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416002"/>
            <a:ext cx="2743200" cy="138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1DBB5-3CC5-44D4-8F29-003DB11434A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416002"/>
            <a:ext cx="4114800" cy="138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416002"/>
            <a:ext cx="2743200" cy="138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242BB-283B-4EC6-A1DB-8217AB482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8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7563" rtl="0" eaLnBrk="1" latinLnBrk="0" hangingPunct="1">
        <a:lnSpc>
          <a:spcPct val="90000"/>
        </a:lnSpc>
        <a:spcBef>
          <a:spcPct val="0"/>
        </a:spcBef>
        <a:buNone/>
        <a:defRPr sz="16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891" indent="-86891" algn="l" defTabSz="34756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1pPr>
      <a:lvl2pPr marL="260673" indent="-86891" algn="l" defTabSz="347563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2pPr>
      <a:lvl3pPr marL="434454" indent="-86891" algn="l" defTabSz="347563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608236" indent="-86891" algn="l" defTabSz="347563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4pPr>
      <a:lvl5pPr marL="782018" indent="-86891" algn="l" defTabSz="347563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5pPr>
      <a:lvl6pPr marL="955799" indent="-86891" algn="l" defTabSz="347563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6pPr>
      <a:lvl7pPr marL="1129581" indent="-86891" algn="l" defTabSz="347563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7pPr>
      <a:lvl8pPr marL="1303363" indent="-86891" algn="l" defTabSz="347563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8pPr>
      <a:lvl9pPr marL="1477145" indent="-86891" algn="l" defTabSz="347563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1pPr>
      <a:lvl2pPr marL="173782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2pPr>
      <a:lvl3pPr marL="347563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3pPr>
      <a:lvl4pPr marL="521345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4pPr>
      <a:lvl5pPr marL="695127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5pPr>
      <a:lvl6pPr marL="868909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6pPr>
      <a:lvl7pPr marL="1042690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7pPr>
      <a:lvl8pPr marL="1216472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8pPr>
      <a:lvl9pPr marL="1390254" algn="l" defTabSz="347563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wavy line on a white background&#10;&#10;AI-generated content may be incorrect.">
            <a:extLst>
              <a:ext uri="{FF2B5EF4-FFF2-40B4-BE49-F238E27FC236}">
                <a16:creationId xmlns:a16="http://schemas.microsoft.com/office/drawing/2014/main" id="{916AB8B7-74C7-FA39-9468-866AB461F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29"/>
            <a:ext cx="12192000" cy="2032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38F844-1966-DBB1-9184-A0B3FB788315}"/>
              </a:ext>
            </a:extLst>
          </p:cNvPr>
          <p:cNvCxnSpPr/>
          <p:nvPr/>
        </p:nvCxnSpPr>
        <p:spPr>
          <a:xfrm>
            <a:off x="6083808" y="1812729"/>
            <a:ext cx="0" cy="3840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43C49A-569A-0E92-9AE6-71224B8B10D1}"/>
                  </a:ext>
                </a:extLst>
              </p:cNvPr>
              <p:cNvSpPr txBox="1"/>
              <p:nvPr/>
            </p:nvSpPr>
            <p:spPr>
              <a:xfrm>
                <a:off x="5533792" y="2196784"/>
                <a:ext cx="11000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43C49A-569A-0E92-9AE6-71224B8B1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792" y="2196784"/>
                <a:ext cx="1100045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0B22DB-B271-DBBF-775A-80023596B0FC}"/>
                  </a:ext>
                </a:extLst>
              </p:cNvPr>
              <p:cNvSpPr txBox="1"/>
              <p:nvPr/>
            </p:nvSpPr>
            <p:spPr>
              <a:xfrm>
                <a:off x="7899033" y="2181251"/>
                <a:ext cx="11016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0B22DB-B271-DBBF-775A-8002359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033" y="2181251"/>
                <a:ext cx="110164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DF8110-C4DC-C7B1-4164-04B2256FFC4B}"/>
                  </a:ext>
                </a:extLst>
              </p:cNvPr>
              <p:cNvSpPr txBox="1"/>
              <p:nvPr/>
            </p:nvSpPr>
            <p:spPr>
              <a:xfrm>
                <a:off x="3166934" y="2196784"/>
                <a:ext cx="11016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DF8110-C4DC-C7B1-4164-04B2256FF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934" y="2196784"/>
                <a:ext cx="110164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37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Quijano, Alex John</dc:creator>
  <cp:lastModifiedBy>Quijano, Alex John</cp:lastModifiedBy>
  <cp:revision>3</cp:revision>
  <dcterms:created xsi:type="dcterms:W3CDTF">2025-10-05T18:58:06Z</dcterms:created>
  <dcterms:modified xsi:type="dcterms:W3CDTF">2025-10-05T19:02:40Z</dcterms:modified>
</cp:coreProperties>
</file>