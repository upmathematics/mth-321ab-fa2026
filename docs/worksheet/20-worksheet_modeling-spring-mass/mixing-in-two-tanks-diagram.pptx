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6858000" cy="484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209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793189"/>
            <a:ext cx="5829300" cy="1687348"/>
          </a:xfrm>
        </p:spPr>
        <p:txBody>
          <a:bodyPr anchor="b"/>
          <a:lstStyle>
            <a:lvl1pPr algn="ctr"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2545607"/>
            <a:ext cx="5143500" cy="1170149"/>
          </a:xfrm>
        </p:spPr>
        <p:txBody>
          <a:bodyPr/>
          <a:lstStyle>
            <a:lvl1pPr marL="0" indent="0" algn="ctr">
              <a:buNone/>
              <a:defRPr sz="1696"/>
            </a:lvl1pPr>
            <a:lvl2pPr marL="323103" indent="0" algn="ctr">
              <a:buNone/>
              <a:defRPr sz="1413"/>
            </a:lvl2pPr>
            <a:lvl3pPr marL="646206" indent="0" algn="ctr">
              <a:buNone/>
              <a:defRPr sz="1272"/>
            </a:lvl3pPr>
            <a:lvl4pPr marL="969310" indent="0" algn="ctr">
              <a:buNone/>
              <a:defRPr sz="1131"/>
            </a:lvl4pPr>
            <a:lvl5pPr marL="1292413" indent="0" algn="ctr">
              <a:buNone/>
              <a:defRPr sz="1131"/>
            </a:lvl5pPr>
            <a:lvl6pPr marL="1615516" indent="0" algn="ctr">
              <a:buNone/>
              <a:defRPr sz="1131"/>
            </a:lvl6pPr>
            <a:lvl7pPr marL="1938619" indent="0" algn="ctr">
              <a:buNone/>
              <a:defRPr sz="1131"/>
            </a:lvl7pPr>
            <a:lvl8pPr marL="2261723" indent="0" algn="ctr">
              <a:buNone/>
              <a:defRPr sz="1131"/>
            </a:lvl8pPr>
            <a:lvl9pPr marL="2584826" indent="0" algn="ctr">
              <a:buNone/>
              <a:defRPr sz="1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356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4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1208295"/>
            <a:ext cx="5915025" cy="2016066"/>
          </a:xfrm>
        </p:spPr>
        <p:txBody>
          <a:bodyPr anchor="b"/>
          <a:lstStyle>
            <a:lvl1pPr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3243434"/>
            <a:ext cx="5915025" cy="1060202"/>
          </a:xfrm>
        </p:spPr>
        <p:txBody>
          <a:bodyPr/>
          <a:lstStyle>
            <a:lvl1pPr marL="0" indent="0">
              <a:buNone/>
              <a:defRPr sz="1696">
                <a:solidFill>
                  <a:schemeClr val="tx1">
                    <a:tint val="82000"/>
                  </a:schemeClr>
                </a:solidFill>
              </a:defRPr>
            </a:lvl1pPr>
            <a:lvl2pPr marL="323103" indent="0">
              <a:buNone/>
              <a:defRPr sz="1413">
                <a:solidFill>
                  <a:schemeClr val="tx1">
                    <a:tint val="82000"/>
                  </a:schemeClr>
                </a:solidFill>
              </a:defRPr>
            </a:lvl2pPr>
            <a:lvl3pPr marL="646206" indent="0">
              <a:buNone/>
              <a:defRPr sz="1272">
                <a:solidFill>
                  <a:schemeClr val="tx1">
                    <a:tint val="82000"/>
                  </a:schemeClr>
                </a:solidFill>
              </a:defRPr>
            </a:lvl3pPr>
            <a:lvl4pPr marL="969310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4pPr>
            <a:lvl5pPr marL="1292413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5pPr>
            <a:lvl6pPr marL="1615516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6pPr>
            <a:lvl7pPr marL="1938619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7pPr>
            <a:lvl8pPr marL="2261723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8pPr>
            <a:lvl9pPr marL="2584826" indent="0">
              <a:buNone/>
              <a:defRPr sz="113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38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1290193"/>
            <a:ext cx="2914650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1290193"/>
            <a:ext cx="2914650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71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258039"/>
            <a:ext cx="5915025" cy="936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1188100"/>
            <a:ext cx="2901255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1770369"/>
            <a:ext cx="2901255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1188100"/>
            <a:ext cx="2915543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1770369"/>
            <a:ext cx="2915543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8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1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58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23109"/>
            <a:ext cx="2211884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697827"/>
            <a:ext cx="3471863" cy="3444254"/>
          </a:xfrm>
        </p:spPr>
        <p:txBody>
          <a:bodyPr/>
          <a:lstStyle>
            <a:lvl1pPr>
              <a:defRPr sz="2261"/>
            </a:lvl1pPr>
            <a:lvl2pPr>
              <a:defRPr sz="1979"/>
            </a:lvl2pPr>
            <a:lvl3pPr>
              <a:defRPr sz="1696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453991"/>
            <a:ext cx="2211884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63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323109"/>
            <a:ext cx="2211884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697827"/>
            <a:ext cx="3471863" cy="3444254"/>
          </a:xfrm>
        </p:spPr>
        <p:txBody>
          <a:bodyPr anchor="t"/>
          <a:lstStyle>
            <a:lvl1pPr marL="0" indent="0">
              <a:buNone/>
              <a:defRPr sz="2261"/>
            </a:lvl1pPr>
            <a:lvl2pPr marL="323103" indent="0">
              <a:buNone/>
              <a:defRPr sz="1979"/>
            </a:lvl2pPr>
            <a:lvl3pPr marL="646206" indent="0">
              <a:buNone/>
              <a:defRPr sz="1696"/>
            </a:lvl3pPr>
            <a:lvl4pPr marL="969310" indent="0">
              <a:buNone/>
              <a:defRPr sz="1413"/>
            </a:lvl4pPr>
            <a:lvl5pPr marL="1292413" indent="0">
              <a:buNone/>
              <a:defRPr sz="1413"/>
            </a:lvl5pPr>
            <a:lvl6pPr marL="1615516" indent="0">
              <a:buNone/>
              <a:defRPr sz="1413"/>
            </a:lvl6pPr>
            <a:lvl7pPr marL="1938619" indent="0">
              <a:buNone/>
              <a:defRPr sz="1413"/>
            </a:lvl7pPr>
            <a:lvl8pPr marL="2261723" indent="0">
              <a:buNone/>
              <a:defRPr sz="1413"/>
            </a:lvl8pPr>
            <a:lvl9pPr marL="2584826" indent="0">
              <a:buNone/>
              <a:defRPr sz="141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1453991"/>
            <a:ext cx="2211884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1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59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258038"/>
            <a:ext cx="1478756" cy="4107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258038"/>
            <a:ext cx="4350544" cy="4107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68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258039"/>
            <a:ext cx="5915025" cy="93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290193"/>
            <a:ext cx="5915025" cy="307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4492116"/>
            <a:ext cx="1543050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5290CF-6C9C-4193-B8C7-5A9CCE1FB3E0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4492116"/>
            <a:ext cx="2314575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4492116"/>
            <a:ext cx="1543050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9154A-D09F-4DA2-942E-B82106233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9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46206" rtl="0" eaLnBrk="1" latinLnBrk="0" hangingPunct="1">
        <a:lnSpc>
          <a:spcPct val="90000"/>
        </a:lnSpc>
        <a:spcBef>
          <a:spcPct val="0"/>
        </a:spcBef>
        <a:buNone/>
        <a:defRPr sz="31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552" indent="-161552" algn="l" defTabSz="646206" rtl="0" eaLnBrk="1" latinLnBrk="0" hangingPunct="1">
        <a:lnSpc>
          <a:spcPct val="90000"/>
        </a:lnSpc>
        <a:spcBef>
          <a:spcPts val="707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1pPr>
      <a:lvl2pPr marL="48465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0775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3pPr>
      <a:lvl4pPr marL="113086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45396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77706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210017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423274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74637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1pPr>
      <a:lvl2pPr marL="32310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2pPr>
      <a:lvl3pPr marL="64620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3pPr>
      <a:lvl4pPr marL="96931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29241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61551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1938619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26172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58482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0ED75D-C766-7AEF-24CF-41590D8959E6}"/>
              </a:ext>
            </a:extLst>
          </p:cNvPr>
          <p:cNvSpPr/>
          <p:nvPr/>
        </p:nvSpPr>
        <p:spPr>
          <a:xfrm>
            <a:off x="628706" y="2973475"/>
            <a:ext cx="2063750" cy="58102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100 L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B5C7C2-EE54-A9BD-4FDB-E3B94229FA78}"/>
              </a:ext>
            </a:extLst>
          </p:cNvPr>
          <p:cNvSpPr/>
          <p:nvPr/>
        </p:nvSpPr>
        <p:spPr>
          <a:xfrm>
            <a:off x="598099" y="1073425"/>
            <a:ext cx="2130552" cy="2514600"/>
          </a:xfrm>
          <a:prstGeom prst="roundRect">
            <a:avLst>
              <a:gd name="adj" fmla="val 5797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0D228-0AC3-F36B-3A65-2735AA492AE0}"/>
              </a:ext>
            </a:extLst>
          </p:cNvPr>
          <p:cNvSpPr/>
          <p:nvPr/>
        </p:nvSpPr>
        <p:spPr>
          <a:xfrm>
            <a:off x="387787" y="835681"/>
            <a:ext cx="2551176" cy="621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C3A27-F27F-2832-BD4D-8E737A85CFDC}"/>
              </a:ext>
            </a:extLst>
          </p:cNvPr>
          <p:cNvSpPr/>
          <p:nvPr/>
        </p:nvSpPr>
        <p:spPr>
          <a:xfrm>
            <a:off x="4182293" y="1695235"/>
            <a:ext cx="2063750" cy="185927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300 L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4785A5C-C69D-8CF3-C049-C124DF831197}"/>
              </a:ext>
            </a:extLst>
          </p:cNvPr>
          <p:cNvSpPr/>
          <p:nvPr/>
        </p:nvSpPr>
        <p:spPr>
          <a:xfrm>
            <a:off x="4151687" y="1073425"/>
            <a:ext cx="2130552" cy="2514600"/>
          </a:xfrm>
          <a:prstGeom prst="roundRect">
            <a:avLst>
              <a:gd name="adj" fmla="val 5797"/>
            </a:avLst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C0F759-8238-60CB-835F-AD7504429182}"/>
              </a:ext>
            </a:extLst>
          </p:cNvPr>
          <p:cNvSpPr/>
          <p:nvPr/>
        </p:nvSpPr>
        <p:spPr>
          <a:xfrm>
            <a:off x="3941375" y="835681"/>
            <a:ext cx="2551176" cy="6217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318DBA-429C-A0AE-5D77-36107B756D9C}"/>
              </a:ext>
            </a:extLst>
          </p:cNvPr>
          <p:cNvCxnSpPr>
            <a:cxnSpLocks/>
          </p:cNvCxnSpPr>
          <p:nvPr/>
        </p:nvCxnSpPr>
        <p:spPr>
          <a:xfrm>
            <a:off x="2879781" y="1866032"/>
            <a:ext cx="1103208" cy="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64F3E3-B46C-0BE0-32A1-6721674AD809}"/>
              </a:ext>
            </a:extLst>
          </p:cNvPr>
          <p:cNvSpPr txBox="1"/>
          <p:nvPr/>
        </p:nvSpPr>
        <p:spPr>
          <a:xfrm>
            <a:off x="2831616" y="1314280"/>
            <a:ext cx="119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2 </a:t>
            </a:r>
            <a:r>
              <a:rPr lang="en-US" sz="2800" dirty="0"/>
              <a:t>L</a:t>
            </a:r>
            <a:r>
              <a:rPr lang="en-US" sz="2400" dirty="0"/>
              <a:t>/min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3DE749-34D4-A1A6-AEF5-48AFD6C7BFF6}"/>
              </a:ext>
            </a:extLst>
          </p:cNvPr>
          <p:cNvSpPr txBox="1"/>
          <p:nvPr/>
        </p:nvSpPr>
        <p:spPr>
          <a:xfrm>
            <a:off x="2831616" y="2543905"/>
            <a:ext cx="1199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3 </a:t>
            </a:r>
            <a:r>
              <a:rPr lang="en-US" sz="2800" dirty="0"/>
              <a:t>L</a:t>
            </a:r>
            <a:r>
              <a:rPr lang="en-US" sz="2400" dirty="0"/>
              <a:t>/min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F6A47CD-2DCB-1E05-8552-D45DF97F385E}"/>
                  </a:ext>
                </a:extLst>
              </p:cNvPr>
              <p:cNvSpPr txBox="1"/>
              <p:nvPr/>
            </p:nvSpPr>
            <p:spPr>
              <a:xfrm>
                <a:off x="76200" y="2088829"/>
                <a:ext cx="44691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F6A47CD-2DCB-1E05-8552-D45DF97F3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088829"/>
                <a:ext cx="446917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03F8B-E92D-8E45-F989-1CC2D20FFA1C}"/>
                  </a:ext>
                </a:extLst>
              </p:cNvPr>
              <p:cNvSpPr txBox="1"/>
              <p:nvPr/>
            </p:nvSpPr>
            <p:spPr>
              <a:xfrm>
                <a:off x="6367348" y="2088831"/>
                <a:ext cx="42607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F03F8B-E92D-8E45-F989-1CC2D20FF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7348" y="2088831"/>
                <a:ext cx="426078" cy="6155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AA57AE8-FC70-6894-436B-26362057ED84}"/>
              </a:ext>
            </a:extLst>
          </p:cNvPr>
          <p:cNvCxnSpPr>
            <a:cxnSpLocks/>
            <a:stCxn id="23" idx="2"/>
            <a:endCxn id="5" idx="2"/>
          </p:cNvCxnSpPr>
          <p:nvPr/>
        </p:nvCxnSpPr>
        <p:spPr>
          <a:xfrm>
            <a:off x="1663375" y="815757"/>
            <a:ext cx="0" cy="64171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BD4F405-42A4-6404-0904-3F9094407540}"/>
              </a:ext>
            </a:extLst>
          </p:cNvPr>
          <p:cNvSpPr txBox="1"/>
          <p:nvPr/>
        </p:nvSpPr>
        <p:spPr>
          <a:xfrm>
            <a:off x="387787" y="-15239"/>
            <a:ext cx="2551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1 kg of salt per L at 5 L/min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03507B-3D07-E872-D11C-C6FE31FC224A}"/>
              </a:ext>
            </a:extLst>
          </p:cNvPr>
          <p:cNvSpPr txBox="1"/>
          <p:nvPr/>
        </p:nvSpPr>
        <p:spPr>
          <a:xfrm>
            <a:off x="1000714" y="4326211"/>
            <a:ext cx="131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6 </a:t>
            </a:r>
            <a:r>
              <a:rPr lang="en-US" sz="2800" dirty="0"/>
              <a:t>L</a:t>
            </a:r>
            <a:r>
              <a:rPr lang="en-US" sz="2400" dirty="0"/>
              <a:t>/min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941DF4-9E50-ABCD-BD0E-65588BFF635D}"/>
              </a:ext>
            </a:extLst>
          </p:cNvPr>
          <p:cNvSpPr txBox="1"/>
          <p:nvPr/>
        </p:nvSpPr>
        <p:spPr>
          <a:xfrm>
            <a:off x="4554302" y="4360447"/>
            <a:ext cx="13197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3 </a:t>
            </a:r>
            <a:r>
              <a:rPr lang="en-US" sz="2800" dirty="0"/>
              <a:t>L</a:t>
            </a:r>
            <a:r>
              <a:rPr lang="en-US" sz="2400" dirty="0"/>
              <a:t>/min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78758F-4AAA-A886-062D-9184B693591F}"/>
              </a:ext>
            </a:extLst>
          </p:cNvPr>
          <p:cNvSpPr txBox="1"/>
          <p:nvPr/>
        </p:nvSpPr>
        <p:spPr>
          <a:xfrm>
            <a:off x="3941375" y="-9543"/>
            <a:ext cx="25511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2 kg of salt per L at 4 L/min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08D4E61-40BE-6559-8AAB-F4DE3FEA30B8}"/>
              </a:ext>
            </a:extLst>
          </p:cNvPr>
          <p:cNvCxnSpPr>
            <a:cxnSpLocks/>
          </p:cNvCxnSpPr>
          <p:nvPr/>
        </p:nvCxnSpPr>
        <p:spPr>
          <a:xfrm>
            <a:off x="2879780" y="3127112"/>
            <a:ext cx="1103208" cy="0"/>
          </a:xfrm>
          <a:prstGeom prst="straightConnector1">
            <a:avLst/>
          </a:prstGeom>
          <a:ln w="76200">
            <a:solidFill>
              <a:srgbClr val="00B0F0"/>
            </a:solidFill>
            <a:headEnd type="triangl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3DBD37D-4520-4C7F-EF81-A20A94554E67}"/>
              </a:ext>
            </a:extLst>
          </p:cNvPr>
          <p:cNvCxnSpPr>
            <a:cxnSpLocks/>
            <a:stCxn id="11" idx="2"/>
            <a:endCxn id="10" idx="2"/>
          </p:cNvCxnSpPr>
          <p:nvPr/>
        </p:nvCxnSpPr>
        <p:spPr>
          <a:xfrm>
            <a:off x="5216963" y="821451"/>
            <a:ext cx="0" cy="636022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6D9191F-495D-132E-19F2-D332BDE2B1D3}"/>
              </a:ext>
            </a:extLst>
          </p:cNvPr>
          <p:cNvCxnSpPr>
            <a:cxnSpLocks/>
          </p:cNvCxnSpPr>
          <p:nvPr/>
        </p:nvCxnSpPr>
        <p:spPr>
          <a:xfrm>
            <a:off x="1660580" y="3718728"/>
            <a:ext cx="0" cy="641720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4E6A100-EEA0-2657-4C45-4EE56317E24E}"/>
              </a:ext>
            </a:extLst>
          </p:cNvPr>
          <p:cNvCxnSpPr>
            <a:cxnSpLocks/>
          </p:cNvCxnSpPr>
          <p:nvPr/>
        </p:nvCxnSpPr>
        <p:spPr>
          <a:xfrm>
            <a:off x="5214167" y="3724422"/>
            <a:ext cx="0" cy="636026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8120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44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Quijano, Alex John</dc:creator>
  <cp:lastModifiedBy>Quijano, Alex John</cp:lastModifiedBy>
  <cp:revision>14</cp:revision>
  <dcterms:created xsi:type="dcterms:W3CDTF">2025-11-03T05:23:02Z</dcterms:created>
  <dcterms:modified xsi:type="dcterms:W3CDTF">2025-11-03T06:54:06Z</dcterms:modified>
</cp:coreProperties>
</file>